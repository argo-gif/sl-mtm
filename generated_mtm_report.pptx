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9956e13c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9956e13c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54100" y="1441025"/>
            <a:ext cx="4378200" cy="13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502125" y="3222675"/>
            <a:ext cx="33303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840651-27F4-D052-2160-F974056B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627975" y="1138325"/>
            <a:ext cx="654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8534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61</cp:revision>
  <dcterms:created xsi:type="dcterms:W3CDTF">2025-05-08T01:04:59Z</dcterms:created>
  <dcterms:modified xsi:type="dcterms:W3CDTF">2026-08-06T07:51:25Z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E9A9DE205F0A57483B031C6814C417B0_43</vt:lpwstr>
  </property>
  <property fmtid="{D5CDD505-2E9C-101B-9397-08002B2CF9AE}" pid="3" name="KSOProductBuildVer">
    <vt:lpwstr>1033-12.8.2.14802</vt:lpwstr>
  </property>
</Properties>
</file>